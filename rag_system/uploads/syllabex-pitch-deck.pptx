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892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3258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6974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0690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C80000">
              <a:alpha val="12000"/>
            </a:srgbClr>
          </a:solidFill>
          <a:ln w="6350">
            <a:solidFill>
              <a:srgbClr val="C8000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C80000">
              <a:alpha val="7000"/>
            </a:srgbClr>
          </a:solidFill>
          <a:ln w="6350">
            <a:solidFill>
              <a:srgbClr val="C80000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SYLLABEX</a:t>
            </a:r>
            <a:endParaRPr lang="en-US" sz="7200" dirty="0"/>
          </a:p>
        </p:txBody>
      </p:sp>
      <p:sp>
        <p:nvSpPr>
          <p:cNvPr id="26" name="Shape 24"/>
          <p:cNvSpPr/>
          <p:nvPr/>
        </p:nvSpPr>
        <p:spPr>
          <a:xfrm>
            <a:off x="457200" y="2148840"/>
            <a:ext cx="5943600" cy="54864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Speaks Your Syllabus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effort.  Right format.  Better marks.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0"/>
          </a:xfrm>
          <a:prstGeom prst="line">
            <a:avLst/>
          </a:prstGeom>
          <a:noFill/>
          <a:ln w="12700">
            <a:solidFill>
              <a:srgbClr val="1A2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Power House 2.5  |  Surya M  ·  Mathavan V  ·  Sanjay 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566160"/>
            <a:ext cx="2286000" cy="502920"/>
          </a:xfrm>
          <a:prstGeom prst="rect">
            <a:avLst>
              <a:gd name="adj" fmla="val 9091"/>
            </a:avLst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HACKATHON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students use AI tools to study 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of them score less than they expect.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611880"/>
            <a:ext cx="2743200" cy="0"/>
          </a:xfrm>
          <a:prstGeom prst="line">
            <a:avLst/>
          </a:prstGeom>
          <a:noFill/>
          <a:ln w="25400">
            <a:solidFill>
              <a:srgbClr val="C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not the problem. The AI not knowing your syllabus is.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failures that hurt every student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83464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834640" cy="64008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Grok — conceptually correct, academically wrong. Answers don't match university syllabus or official answer keys.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069080"/>
            <a:ext cx="2560320" cy="365760"/>
          </a:xfrm>
          <a:prstGeom prst="rect">
            <a:avLst/>
          </a:prstGeom>
          <a:solidFill>
            <a:srgbClr val="1A2550"/>
          </a:solidFill>
          <a:ln w="6350">
            <a:solidFill>
              <a:srgbClr val="C8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= 0 marks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83464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80160"/>
            <a:ext cx="2834640" cy="64008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Failure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are dense, unstructured, and hard to extract exam-worthy content from. Students have no proper structured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4069080"/>
            <a:ext cx="2560320" cy="365760"/>
          </a:xfrm>
          <a:prstGeom prst="rect">
            <a:avLst/>
          </a:prstGeom>
          <a:solidFill>
            <a:srgbClr val="1A2550"/>
          </a:solidFill>
          <a:ln w="6350">
            <a:solidFill>
              <a:srgbClr val="C8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wasted, not marks gained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83464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80160"/>
            <a:ext cx="2834640" cy="64008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Marks Failure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514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grade only by keyword and content match to official answer keys. No matter how correct the concept — wrong format = zero.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069080"/>
            <a:ext cx="2560320" cy="365760"/>
          </a:xfrm>
          <a:prstGeom prst="rect">
            <a:avLst/>
          </a:prstGeom>
          <a:solidFill>
            <a:srgbClr val="1A2550"/>
          </a:solidFill>
          <a:ln w="6350">
            <a:solidFill>
              <a:srgbClr val="C8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harder, score less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1A2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"Students study harder but score less — because AI gives knowledge, not marks."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Syllabex doesn't search the internet.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searches only your syllabus.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91640" y="2468880"/>
            <a:ext cx="411480" cy="0"/>
          </a:xfrm>
          <a:prstGeom prst="line">
            <a:avLst/>
          </a:prstGeom>
          <a:noFill/>
          <a:ln w="19050">
            <a:solidFill>
              <a:srgbClr val="C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0000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005840" cy="1005840"/>
          </a:xfrm>
          <a:prstGeom prst="ellipse">
            <a:avLst/>
          </a:prstGeom>
          <a:solidFill>
            <a:srgbClr val="141C3A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PPTX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subject, any university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2468880"/>
            <a:ext cx="411480" cy="0"/>
          </a:xfrm>
          <a:prstGeom prst="line">
            <a:avLst/>
          </a:prstGeom>
          <a:noFill/>
          <a:ln w="19050">
            <a:solidFill>
              <a:srgbClr val="C8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0000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94560" y="1874520"/>
            <a:ext cx="1005840" cy="1005840"/>
          </a:xfrm>
          <a:prstGeom prst="ellipse">
            <a:avLst/>
          </a:prstGeom>
          <a:solidFill>
            <a:srgbClr val="141C3A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1168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memory built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exact materials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2468880"/>
            <a:ext cx="411480" cy="0"/>
          </a:xfrm>
          <a:prstGeom prst="line">
            <a:avLst/>
          </a:prstGeom>
          <a:noFill/>
          <a:ln w="19050">
            <a:solidFill>
              <a:srgbClr val="C8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0000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931920" y="1874520"/>
            <a:ext cx="1005840" cy="1005840"/>
          </a:xfrm>
          <a:prstGeom prst="ellipse">
            <a:avLst/>
          </a:prstGeom>
          <a:solidFill>
            <a:srgbClr val="141C3A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904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anytime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468880"/>
            <a:ext cx="411480" cy="0"/>
          </a:xfrm>
          <a:prstGeom prst="line">
            <a:avLst/>
          </a:prstGeom>
          <a:noFill/>
          <a:ln w="19050">
            <a:solidFill>
              <a:srgbClr val="C8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0000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669280" y="1874520"/>
            <a:ext cx="1005840" cy="1005840"/>
          </a:xfrm>
          <a:prstGeom prst="ellipse">
            <a:avLst/>
          </a:prstGeom>
          <a:solidFill>
            <a:srgbClr val="141C3A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relevant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content returned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0" y="1874520"/>
            <a:ext cx="1005840" cy="100584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Marks-ready format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keyword precision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Syllabex — The AI That Speaks Your Syllabus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— Built for Academic Precision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84048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3840480" cy="64008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228600" cy="2286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PPTX → FastAPI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228600" cy="2286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python-docx · python-pptx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28600" cy="2286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62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186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512-word overlapping segments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228600" cy="2286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Embeddings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739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semantic vectors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228600" cy="2286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05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Index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2611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— semantic search ready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0000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54880" y="1325880"/>
            <a:ext cx="411480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325880"/>
            <a:ext cx="4114800" cy="6400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1956816"/>
            <a:ext cx="228600" cy="22860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176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2478024"/>
            <a:ext cx="228600" cy="22860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26974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encodes the question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999232"/>
            <a:ext cx="228600" cy="22860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2962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2186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 from Pinecone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3520440"/>
            <a:ext cx="228600" cy="22860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483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70B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739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marks-ready answer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0" y="4041648"/>
            <a:ext cx="228600" cy="22860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4005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4261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Q&amp;A to MySQL, returns to UI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AMD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Syllabex is Built to Run Faster on AMD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6002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6002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Instinct GPU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MI300 / MI250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embedding generation accelerated 8–12× vs CPU. Batch processing 512-word chunks at massive scale.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206240" cy="16002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Framework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0328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GPU computing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21031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+ PyTorch fully compatible. Drop-in replacement — zero code changes required.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206240" cy="16002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54680"/>
            <a:ext cx="64008" cy="1600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EPYC CPU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Server-grade inference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8862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+ FastAPI co-located on EPYC. Low-latency routing between embedding and LLM layers.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206240" cy="16002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54680"/>
            <a:ext cx="64008" cy="1600200"/>
          </a:xfrm>
          <a:prstGeom prst="rect">
            <a:avLst/>
          </a:prstGeom>
          <a:solidFill>
            <a:srgbClr val="7B7BFF"/>
          </a:solidFill>
          <a:ln w="12700">
            <a:solidFill>
              <a:srgbClr val="7B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0328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college to country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38862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hardware enables 100+ universities on one cluster. Each university gets isolated Pinecone namespace.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1A2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Syllabex is designed for GPU-accelerated inference — AMD hardware makes it production-scale.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20116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011680" cy="64008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Cr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AI-in-Education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(FY26)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2011680" cy="20116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7160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global rank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 enrolment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2011680" cy="20116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71600"/>
            <a:ext cx="2011680" cy="6400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$14.4B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6344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VC investment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0"/>
            <a:ext cx="2011680" cy="20116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371600"/>
            <a:ext cx="2011680" cy="64008"/>
          </a:xfrm>
          <a:prstGeom prst="rect">
            <a:avLst/>
          </a:prstGeom>
          <a:solidFill>
            <a:srgbClr val="7B7BFF"/>
          </a:solidFill>
          <a:ln w="12700">
            <a:solidFill>
              <a:srgbClr val="7B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5800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students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alone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EdTech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$5.6B by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University AI Tools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$420M addressable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/ Tier-2 Engineering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 in 3 years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Syllabex Wins Where Others Fail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926080" cy="411480"/>
          </a:xfrm>
          <a:prstGeom prst="rect">
            <a:avLst/>
          </a:prstGeom>
          <a:solidFill>
            <a:srgbClr val="1A255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1645920" cy="411480"/>
          </a:xfrm>
          <a:prstGeom prst="rect">
            <a:avLst/>
          </a:prstGeom>
          <a:solidFill>
            <a:srgbClr val="1A255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1645920" cy="411480"/>
          </a:xfrm>
          <a:prstGeom prst="rect">
            <a:avLst/>
          </a:prstGeom>
          <a:solidFill>
            <a:srgbClr val="1A255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325880"/>
            <a:ext cx="1645920" cy="411480"/>
          </a:xfrm>
          <a:prstGeom prst="rect">
            <a:avLst/>
          </a:prstGeom>
          <a:solidFill>
            <a:srgbClr val="C8000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Syllabex 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292608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373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Syllabus-locked answers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737360"/>
            <a:ext cx="164592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373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1737360"/>
            <a:ext cx="164592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7373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737360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7373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2139696"/>
            <a:ext cx="292608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396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Marks-ready formatting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139696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1396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0" y="2139696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396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66560" y="2139696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1396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4320" y="2542032"/>
            <a:ext cx="292608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420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2542032"/>
            <a:ext cx="164592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542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0" y="2542032"/>
            <a:ext cx="164592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542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66560" y="2542032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542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74320" y="2944368"/>
            <a:ext cx="292608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443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91840" y="2944368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944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9200" y="2944368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944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66560" y="2944368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944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74320" y="3346704"/>
            <a:ext cx="292608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4670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page &amp; chunk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91840" y="3346704"/>
            <a:ext cx="164592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33467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29200" y="3346704"/>
            <a:ext cx="1645920" cy="402336"/>
          </a:xfrm>
          <a:prstGeom prst="rect">
            <a:avLst/>
          </a:prstGeom>
          <a:solidFill>
            <a:srgbClr val="141C3A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3467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66560" y="3346704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3467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74320" y="3749040"/>
            <a:ext cx="292608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749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Institution-specific RAG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91840" y="3749040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37490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029200" y="3749040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7490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766560" y="3749040"/>
            <a:ext cx="1645920" cy="402336"/>
          </a:xfrm>
          <a:prstGeom prst="rect">
            <a:avLst/>
          </a:prstGeom>
          <a:solidFill>
            <a:srgbClr val="1A2550"/>
          </a:solidFill>
          <a:ln w="3810">
            <a:solidFill>
              <a:srgbClr val="1E2D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37490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Syllabex is the only AI study tool that is 100% locked to your institution's syllabus —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Streams, One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834640" cy="6400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1280160" cy="274320"/>
          </a:xfrm>
          <a:prstGeom prst="rect">
            <a:avLst/>
          </a:prstGeom>
          <a:solidFill>
            <a:srgbClr val="00C48C">
              <a:alpha val="25000"/>
            </a:srgbClr>
          </a:solidFill>
          <a:ln w="635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Students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₹199/month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 queries/day 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Unlimited on paid plan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Multi-subject support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Mobile + Web access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83464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371600"/>
            <a:ext cx="2834640" cy="64008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508760"/>
            <a:ext cx="1280160" cy="274320"/>
          </a:xfrm>
          <a:prstGeom prst="rect">
            <a:avLst/>
          </a:prstGeom>
          <a:solidFill>
            <a:srgbClr val="C80000">
              <a:alpha val="25000"/>
            </a:srgbClr>
          </a:solidFill>
          <a:ln w="6350">
            <a:solidFill>
              <a:srgbClr val="C8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Institutions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₹50K–2L/year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832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Whole college deployment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Faculty upload portal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Analytics &amp; audit trail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2834640" cy="338328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71600"/>
            <a:ext cx="28346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508760"/>
            <a:ext cx="1280160" cy="274320"/>
          </a:xfrm>
          <a:prstGeom prst="rect">
            <a:avLst/>
          </a:prstGeom>
          <a:solidFill>
            <a:srgbClr val="F5A623">
              <a:alpha val="25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— EdTech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550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White-label RAG engine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REST API access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5508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LLM fine-tuning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55080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SLA-backed uptime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Built. What's Next.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47472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4114800" cy="6400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(v1.0)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RAG pipeline — Upload → Chunk → Embed → Index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Qwen3-Embedding-0.6B (1024-dim) via HuggingFace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Pinecone vector DB with namespace isolation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Groq/LLaMA-70B answer generation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Spring Boot backend with JWT + Google OAuth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access: Admin · Faculty · Student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frontend — white/crimson, premium UI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Drag-and-drop document upload with progress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Chat history persistence in MySQL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 with analytics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206240" cy="347472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325880"/>
            <a:ext cx="4206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ROADMAP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 months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084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(Flutter) · Offline mode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231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 months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2084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(Tamil, Hindi)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523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6 months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 on Indian exam patterns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6 months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084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tie-ups across Tamil Nadu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12 months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08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University full syllabus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12 months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208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AICTE-approved AI learning module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18 months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ROCm GPU cluster deployment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18 months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3986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university white-label licensing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House 2.5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KNCET · Computer Science &amp; Engineering · Trichy, Tamil Nadu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32004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44168" y="1874520"/>
            <a:ext cx="914400" cy="9144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&amp; AI Lead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RAG Architecture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FastAPI · Spring Boot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242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Pinecone · Qwen3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535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1691640"/>
            <a:ext cx="2697480" cy="32004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24528" y="1874520"/>
            <a:ext cx="914400" cy="9144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37560" y="2907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Mathavan V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3756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DevOps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Spring Boot APIs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MySQL · JWT Auth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4242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OAuth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4535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Deployment &amp; CI/CD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691640"/>
            <a:ext cx="2697480" cy="3200400"/>
          </a:xfrm>
          <a:prstGeom prst="rect">
            <a:avLst/>
          </a:prstGeom>
          <a:solidFill>
            <a:srgbClr val="141C3A"/>
          </a:solidFill>
          <a:ln w="6350">
            <a:solidFill>
              <a:srgbClr val="1E2D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04888" y="1874520"/>
            <a:ext cx="914400" cy="914400"/>
          </a:xfrm>
          <a:prstGeom prst="ellipse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2907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1792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· Tailwind CSS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UI/UX Design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4242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Integration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4535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Figma Prototyping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444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06840" y="0"/>
            <a:ext cx="0" cy="514350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3258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6974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0690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6350">
            <a:solidFill>
              <a:srgbClr val="1E2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C80000">
              <a:alpha val="10000"/>
            </a:srgbClr>
          </a:solidFill>
          <a:ln w="6350">
            <a:solidFill>
              <a:srgbClr val="C80000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Learning.</a:t>
            </a:r>
            <a:endParaRPr lang="en-US" sz="4800" dirty="0"/>
          </a:p>
        </p:txBody>
      </p:sp>
      <p:sp>
        <p:nvSpPr>
          <p:cNvPr id="26" name="Shape 24"/>
          <p:cNvSpPr/>
          <p:nvPr/>
        </p:nvSpPr>
        <p:spPr>
          <a:xfrm>
            <a:off x="2743200" y="2788920"/>
            <a:ext cx="3657600" cy="0"/>
          </a:xfrm>
          <a:prstGeom prst="line">
            <a:avLst/>
          </a:prstGeom>
          <a:noFill/>
          <a:ln w="25400">
            <a:solidFill>
              <a:srgbClr val="C8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 effort.  Right format.  Better marks."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286000" y="3611880"/>
            <a:ext cx="4572000" cy="640080"/>
          </a:xfrm>
          <a:prstGeom prst="rect">
            <a:avLst/>
          </a:prstGeom>
          <a:solidFill>
            <a:srgbClr val="C80000"/>
          </a:solidFill>
          <a:ln w="12700">
            <a:solidFill>
              <a:srgbClr val="C80000"/>
            </a:solidFill>
            <a:prstDash val="solid"/>
          </a:ln>
          <a:effectLst>
            <a:outerShdw sx="100000" sy="100000" kx="0" ky="0" algn="bl" rotWithShape="0" blurRad="190500" dist="50800" dir="8100000">
              <a:srgbClr val="C80000">
                <a:alpha val="6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86000" y="3611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Syllabex — syllabus@powerhouse.edu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Power House 2.5  |  Surya M  ·  Mathavan V  ·  Sanjay T  |  KNCET, Trichy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Syllabex – The AI That Speaks Your Syllabus</dc:title>
  <dc:subject>PptxGenJS Presentation</dc:subject>
  <dc:creator>Power House 2.5</dc:creator>
  <cp:lastModifiedBy>Power House 2.5</cp:lastModifiedBy>
  <cp:revision>1</cp:revision>
  <dcterms:created xsi:type="dcterms:W3CDTF">2026-04-17T09:28:46Z</dcterms:created>
  <dcterms:modified xsi:type="dcterms:W3CDTF">2026-04-17T09:28:46Z</dcterms:modified>
</cp:coreProperties>
</file>